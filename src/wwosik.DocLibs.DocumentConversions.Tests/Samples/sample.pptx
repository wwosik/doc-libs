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2.xml.rels><?xml version="1.0" encoding="UTF-8" standalone="yes"?><Relationships xmlns="http://schemas.openxmlformats.org/package/2006/relationships"><Relationship Id="rIdPhoto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ctrTitle"/>
          </p:nvPr>
        </p:nvSpPr>
        <p:spPr/>
        <p:txBody>
          <a:bodyPr/>
          <a:p>
            <a:r>
              <a:t>Quarterly review</a:t>
            </a:r>
          </a:p>
        </p:txBody>
      </p:sp>
      <p:sp>
        <p:nvSpPr>
          <p:cNvPr id="3" name="Shape 3"/>
          <p:cNvSpPr/>
          <p:nvPr>
            <p:ph type="subTitle"/>
          </p:nvPr>
        </p:nvSpPr>
        <p:spPr/>
        <p:txBody>
          <a:bodyPr/>
          <a:p>
            <a:r>
              <a:t>Generated sample presentation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/>
        <p:txBody>
          <a:bodyPr/>
          <a:p>
            <a:r>
              <a:t>Highlights</a:t>
            </a:r>
          </a:p>
        </p:txBody>
      </p:sp>
      <p:sp>
        <p:nvSpPr>
          <p:cNvPr id="3" name="Shape 3"/>
          <p:cNvSpPr/>
          <p:nvPr>
            <p:ph type="body"/>
          </p:nvPr>
        </p:nvSpPr>
        <p:spPr/>
        <p:txBody>
          <a:bodyPr/>
          <a:p>
            <a:r>
              <a:t>Revenue grew in every region</a:t>
            </a:r>
          </a:p>
          <a:p>
            <a:r>
              <a:t>Two new products shipped</a:t>
            </a:r>
          </a:p>
          <a:p>
            <a:r>
              <a:t>Costs stayed flat</a:t>
            </a:r>
          </a:p>
        </p:txBody>
      </p:sp>
      <p:pic>
        <p:nvPicPr>
          <p:cNvPr id="4" name="Picture 4" descr="Team photo"/>
          <p:cNvPicPr/>
          <p:nvPr/>
        </p:nvPicPr>
        <p:blipFill>
          <a:blip r:embed="rIdPhoto"/>
        </p:blipFill>
        <p:spPr/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/>
        <p:txBody>
          <a:bodyPr/>
          <a:p>
            <a:r>
              <a:t>A slide without a title</a:t>
            </a:r>
          </a:p>
        </p:txBody>
      </p:sp>
      <p:graphicFrame>
        <p:nvGraphicFramePr>
          <p:cNvPr id="3" name="Table 3"/>
          <p:cNvGraphicFramePr/>
          <p:nvPr/>
        </p:nvGraphicFramePr>
        <p:xfrm/>
        <a:graphic>
          <a:graphicData uri="http://schemas.openxmlformats.org/drawingml/2006/table">
            <a:tbl>
              <a:tr h="0">
                <a:tc>
                  <a:txBody>
                    <a:bodyPr/>
                    <a:p>
                      <a:r>
                        <a:t>Region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Growth</a:t>
                      </a:r>
                    </a:p>
                  </a:txBody>
                </a:tc>
              </a:tr>
              <a:tr h="0">
                <a:tc>
                  <a:txBody>
                    <a:bodyPr/>
                    <a:p>
                      <a:r>
                        <a:t>North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4 %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docProps/core.xml><?xml version="1.0" encoding="utf-8"?>
<cp:coreProperties xmlns:cp="http://schemas.openxmlformats.org/package/2006/metadata/core-properties" xmlns:dc="http://purl.org/dc/elements/1.1/">
  <dc:title>Quarterly review</dc:title>
  <dc:creator>DocLibs</dc:creator>
</cp:coreProperties>
</file>